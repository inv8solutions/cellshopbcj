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0EDF-F3B6-2114-72C8-6841A878A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DCF59-6844-9AC5-6B0B-5521DBA8E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9002E-3E52-7A68-1228-108B8DB6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31B3-0A6B-0798-71D0-63A119A1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E712-B8F2-8F57-B5D9-B801869C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8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B193-3E43-A1E5-EBF0-0AE49644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A1CB1-6F6E-3A93-29AA-584A85C45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EEF02-A24A-CA07-EB33-4C32FF54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C358A-F902-A7A2-0353-E53952ED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3CDA0-A147-F158-69D3-45F1361B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2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FEA78-AA76-1750-2126-0F004834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72886-50E2-0906-AF41-8F50001A5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369A-5CDB-97D2-A626-85902A19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C7FB3-C658-DE28-912E-8A04B1E6C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FAC4-B954-8EC0-6E6D-AC332D77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9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B4A7-5CF5-EF5A-612F-C37A26FC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60F9C-55A4-6696-3903-0D1ECCD4C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4B215-4EA5-3D99-4149-4E910FC72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8DB4B-F74F-2C4C-EC0F-E7F1DF89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EA051-271C-EA18-486D-D37C7C07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AFD3C-23C2-43C1-4699-5BD46B62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7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1929-23FF-2965-E861-538C01684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AC48-AE62-9BB1-EC96-47869C338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BD81E-D831-6916-C185-54D6DC0FA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C5C23-D0B5-6834-633A-2675A9BF6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F3124-C240-5755-C6C9-80218059A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82AAC7-DB74-043A-13FA-4D49B7E0F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5324F7-1A54-4271-91AC-25DA14E8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65621-FB9A-052A-CF9E-20AA6548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9A09-99FE-F9C1-3F59-C0E0B28A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DD7C4-2BDA-F750-E7A4-D3FD92A0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55AB5-B71B-6BAA-5485-34485A86E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C3697-55F7-0CC2-2517-F8B09FF9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7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9D136-A162-4241-0A42-3BF4FC47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1CAC1-064D-A1CB-F783-66B2AE9C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CA806-E80D-99A0-7661-720F5BD4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3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85F5-DD44-E8F9-7D47-1ADCBE48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5293-C1E5-946E-D076-E6F38B4B9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E1E93-2B75-21C2-FE77-DDD5BD79E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CE515-5F16-A312-4536-58935939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1DB79-611B-CC87-881C-5754C0A0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CE66E-8853-1566-7869-3D44C395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7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9918-F947-A201-3C16-E661451F3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15A3F-99DC-1D75-844D-FE42FF504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39830-E0DA-07F2-A779-E9BE35816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E7E02-3AC5-510C-1E8C-51FAAE73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9752D-D589-7956-BB2D-532F24F4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2A089-67B9-4F97-FB8C-BAA5DB7C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5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8771-C5C8-A96D-0C56-0ECFCC42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5FA15-1CC2-5B4C-B676-9CBCB6034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EC877-0906-E932-561A-2FB7EF6B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55217-3F68-29AE-CAE6-081D9085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6634-00CD-C2E1-7AF3-CDE43418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6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676E7-9181-73E9-4C1B-299245D0D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C1B9F-D5D8-0BC9-1F9D-DB2DDCC80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EBFB-BA89-ABBE-C10F-8F66F2A4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C1AC6-3D99-718C-3798-2FA08863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85677-80A2-A2C0-F3DA-C1DBD162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1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30502-7B9A-BE70-3B14-976504D5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9E5A2-AA15-E379-86C0-2B2815748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7ABF0-FF37-2157-E97B-436C6DE6D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63D87-D902-4E42-9ADF-DC255DB7359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CC507-E7EF-A8E3-DD8C-DD0940EE4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45E0D-2C79-785B-99E8-7EC5CE139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344D7-0A67-4BA4-B888-83348F52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0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71E0-0A96-4923-2D13-A5C50658A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C4607-D1FE-5BCD-E092-728CEE08C0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556831-2582-AF7C-6FA6-4A77F4D20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3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E2889-A7C3-E48F-6E22-0E419CE2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Hidden Admin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75EAF-792A-0A60-CF3B-0E31489C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977"/>
            <a:ext cx="10515600" cy="4028986"/>
          </a:xfrm>
        </p:spPr>
        <p:txBody>
          <a:bodyPr>
            <a:normAutofit/>
          </a:bodyPr>
          <a:lstStyle/>
          <a:p>
            <a:r>
              <a:rPr lang="en-US" sz="3200" dirty="0"/>
              <a:t>Since the expected path for this system will be utilized by the public, we have decided to hide the button that redirects the user to the admin panel.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We added 4 secret methods in accessing the admin panel</a:t>
            </a:r>
          </a:p>
          <a:p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</a:rPr>
              <a:t>We are warning you not to show this to anyone since this contains admin credentials.</a:t>
            </a:r>
          </a:p>
        </p:txBody>
      </p:sp>
    </p:spTree>
    <p:extLst>
      <p:ext uri="{BB962C8B-B14F-4D97-AF65-F5344CB8AC3E}">
        <p14:creationId xmlns:p14="http://schemas.microsoft.com/office/powerpoint/2010/main" val="276809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352F-22C7-EEC1-7D42-BF8A879B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3200" b="1" dirty="0"/>
              <a:t>To View the Admin panel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1FCA0-A5C7-985A-FF06-84E79452E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Method 1:</a:t>
            </a:r>
          </a:p>
          <a:p>
            <a:r>
              <a:rPr lang="en-US" b="1" dirty="0"/>
              <a:t>Secret Click Pattern (Easiest)</a:t>
            </a:r>
            <a:endParaRPr lang="en-US" dirty="0"/>
          </a:p>
          <a:p>
            <a:r>
              <a:rPr lang="en-US" b="1" dirty="0"/>
              <a:t>**Location:**</a:t>
            </a:r>
            <a:r>
              <a:rPr lang="en-US" dirty="0"/>
              <a:t> Footer on any page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**How to use:**</a:t>
            </a:r>
            <a:endParaRPr lang="en-US" dirty="0"/>
          </a:p>
          <a:p>
            <a:r>
              <a:rPr lang="en-US" dirty="0"/>
              <a:t>1. Scroll to the bottom of any page</a:t>
            </a:r>
          </a:p>
          <a:p>
            <a:r>
              <a:rPr lang="en-US" dirty="0"/>
              <a:t>2. Click on the copyright text </a:t>
            </a:r>
            <a:r>
              <a:rPr lang="en-US" b="1" dirty="0"/>
              <a:t>**5 times**</a:t>
            </a:r>
            <a:r>
              <a:rPr lang="en-US" dirty="0"/>
              <a:t> rapidly</a:t>
            </a:r>
          </a:p>
          <a:p>
            <a:r>
              <a:rPr lang="en-US" dirty="0"/>
              <a:t>3. Text: "© 2025 Bureau of Jail Management and Penology. All rights reserved."</a:t>
            </a:r>
          </a:p>
          <a:p>
            <a:r>
              <a:rPr lang="en-US" dirty="0"/>
              <a:t>4. After 5 clicks, you'll be redirected to `/admin/login`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970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A9FC-4E6A-C484-FEC7-394AF87D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2972-E6EF-5250-E45D-6A95895D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3200" b="1" dirty="0"/>
              <a:t>To View the Admin panel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2B4DD-8172-45CB-A72B-322A3FC3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Method 2:</a:t>
            </a:r>
          </a:p>
          <a:p>
            <a:r>
              <a:rPr lang="en-US" b="1" dirty="0"/>
              <a:t>Keyboard Shortcut</a:t>
            </a:r>
            <a:endParaRPr lang="en-US" dirty="0"/>
          </a:p>
          <a:p>
            <a:r>
              <a:rPr lang="en-US" b="1" dirty="0"/>
              <a:t>**Shortcut:**</a:t>
            </a:r>
          </a:p>
          <a:p>
            <a:r>
              <a:rPr lang="en-US" b="1" dirty="0"/>
              <a:t>`Ctrl + Shift + A` (Windows/Linux) or `</a:t>
            </a:r>
            <a:r>
              <a:rPr lang="en-US" b="1" dirty="0" err="1"/>
              <a:t>Cmd</a:t>
            </a:r>
            <a:r>
              <a:rPr lang="en-US" b="1" dirty="0"/>
              <a:t> + Shift + A` (Mac)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**How to use:**</a:t>
            </a:r>
            <a:endParaRPr lang="en-US" dirty="0"/>
          </a:p>
          <a:p>
            <a:r>
              <a:rPr lang="en-US" dirty="0"/>
              <a:t>1. On any page of the website</a:t>
            </a:r>
          </a:p>
          <a:p>
            <a:r>
              <a:rPr lang="en-US" dirty="0"/>
              <a:t>2. Press and hold: `Ctrl` (or `</a:t>
            </a:r>
            <a:r>
              <a:rPr lang="en-US" dirty="0" err="1"/>
              <a:t>Cmd</a:t>
            </a:r>
            <a:r>
              <a:rPr lang="en-US" dirty="0"/>
              <a:t>` on Mac) + `Shift`</a:t>
            </a:r>
          </a:p>
          <a:p>
            <a:r>
              <a:rPr lang="en-US" dirty="0"/>
              <a:t>3. While holding, press `A`</a:t>
            </a:r>
          </a:p>
          <a:p>
            <a:r>
              <a:rPr lang="en-US" dirty="0"/>
              <a:t>4. Instantly redirects to `/admin/login`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131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FFD7-5DD7-F39F-1BA5-F42BCAEF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03AF-F7B8-30B4-551C-F554F3A3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3200" b="1" dirty="0"/>
              <a:t>To View the Admin panel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F8EF0-F040-DDF5-D559-67DF044B2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Method 3:</a:t>
            </a:r>
          </a:p>
          <a:p>
            <a:r>
              <a:rPr lang="en-US" b="1" dirty="0"/>
              <a:t>Secret URL Path</a:t>
            </a:r>
            <a:endParaRPr lang="en-US" dirty="0"/>
          </a:p>
          <a:p>
            <a:r>
              <a:rPr lang="en-US" b="1" dirty="0"/>
              <a:t>**URL:**</a:t>
            </a:r>
            <a:r>
              <a:rPr lang="en-US" dirty="0"/>
              <a:t> `</a:t>
            </a:r>
            <a:r>
              <a:rPr lang="en-US" dirty="0" err="1"/>
              <a:t>cellshopbcj.shop</a:t>
            </a:r>
            <a:r>
              <a:rPr lang="en-US" dirty="0"/>
              <a:t>//bjmp-admin-portal`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**How to use:**</a:t>
            </a:r>
            <a:endParaRPr lang="en-US" dirty="0"/>
          </a:p>
          <a:p>
            <a:r>
              <a:rPr lang="en-US" dirty="0"/>
              <a:t>1. Visit: `</a:t>
            </a:r>
            <a:r>
              <a:rPr lang="en-US" dirty="0" err="1"/>
              <a:t>cellshopbcj.shop</a:t>
            </a:r>
            <a:r>
              <a:rPr lang="en-US" dirty="0"/>
              <a:t>/ </a:t>
            </a:r>
            <a:r>
              <a:rPr lang="en-US" dirty="0" err="1"/>
              <a:t>bjmp</a:t>
            </a:r>
            <a:r>
              <a:rPr lang="en-US" dirty="0"/>
              <a:t>-admin-portal`</a:t>
            </a:r>
          </a:p>
          <a:p>
            <a:r>
              <a:rPr lang="en-US" dirty="0"/>
              <a:t>3. Automatically redirects to `/admin/login`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354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0FF4-67C8-0787-E4CD-F000083E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7D3E-4CDE-3271-BFF4-54415C9A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3200" b="1" dirty="0"/>
              <a:t>To View the Admin panel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4B369-C403-3EAB-C0BA-F9BD08C03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Method 4:</a:t>
            </a:r>
          </a:p>
          <a:p>
            <a:r>
              <a:rPr lang="en-US" b="1" dirty="0"/>
              <a:t>Secret URL Path</a:t>
            </a:r>
            <a:endParaRPr lang="en-US" dirty="0"/>
          </a:p>
          <a:p>
            <a:r>
              <a:rPr lang="en-US" b="1" dirty="0"/>
              <a:t>**URL:**</a:t>
            </a:r>
            <a:r>
              <a:rPr lang="en-US" dirty="0"/>
              <a:t> `</a:t>
            </a:r>
            <a:r>
              <a:rPr lang="en-US" dirty="0" err="1"/>
              <a:t>cellshopbcj.shop</a:t>
            </a:r>
            <a:r>
              <a:rPr lang="en-US" dirty="0"/>
              <a:t>/admin/login`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**How to use:**</a:t>
            </a:r>
            <a:endParaRPr lang="en-US" dirty="0"/>
          </a:p>
          <a:p>
            <a:r>
              <a:rPr lang="en-US" dirty="0"/>
              <a:t>1. Visit: `</a:t>
            </a:r>
            <a:r>
              <a:rPr lang="en-US" dirty="0" err="1"/>
              <a:t>cellshopbcj.shop</a:t>
            </a:r>
            <a:r>
              <a:rPr lang="en-US" dirty="0"/>
              <a:t>/ admin/login`</a:t>
            </a:r>
          </a:p>
          <a:p>
            <a:r>
              <a:rPr lang="en-US" dirty="0"/>
              <a:t>3. Directly access the login page</a:t>
            </a:r>
          </a:p>
        </p:txBody>
      </p:sp>
    </p:spTree>
    <p:extLst>
      <p:ext uri="{BB962C8B-B14F-4D97-AF65-F5344CB8AC3E}">
        <p14:creationId xmlns:p14="http://schemas.microsoft.com/office/powerpoint/2010/main" val="333184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AE40-19D2-CAB7-F116-2DB32B34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E53D-CDF5-064D-5320-22794A42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3200" b="1" dirty="0"/>
              <a:t>Admin Credentials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3F09F-8464-7653-83A8-114AB6933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Email: cellshopbjmp@admin.com</a:t>
            </a:r>
          </a:p>
          <a:p>
            <a:pPr marL="0" indent="0">
              <a:buNone/>
            </a:pPr>
            <a:r>
              <a:rPr lang="en-US" dirty="0"/>
              <a:t>Password: sellShopBJMP2025</a:t>
            </a:r>
          </a:p>
        </p:txBody>
      </p:sp>
    </p:spTree>
    <p:extLst>
      <p:ext uri="{BB962C8B-B14F-4D97-AF65-F5344CB8AC3E}">
        <p14:creationId xmlns:p14="http://schemas.microsoft.com/office/powerpoint/2010/main" val="3540123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336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Hidden Admin Access</vt:lpstr>
      <vt:lpstr>To View the Admin panel</vt:lpstr>
      <vt:lpstr>To View the Admin panel</vt:lpstr>
      <vt:lpstr>To View the Admin panel</vt:lpstr>
      <vt:lpstr>To View the Admin panel</vt:lpstr>
      <vt:lpstr>Admin Credentials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LARK DOMINIQUE J. ORILLOS</dc:creator>
  <cp:lastModifiedBy>LARK DOMINIQUE J. ORILLOS</cp:lastModifiedBy>
  <cp:revision>1</cp:revision>
  <dcterms:created xsi:type="dcterms:W3CDTF">2025-11-15T13:34:45Z</dcterms:created>
  <dcterms:modified xsi:type="dcterms:W3CDTF">2025-11-15T13:49:02Z</dcterms:modified>
</cp:coreProperties>
</file>